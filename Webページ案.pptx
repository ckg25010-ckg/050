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C3AA00-6C95-F07A-ED02-E37646DE5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7CB594A-50ED-F636-97F8-E8CAFF7D9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3A4434-4D97-60DF-6678-807746D9B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E4BD-8AA6-4EEB-854D-C795D11261DC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6CDEDA-605A-26E9-A9D7-41A29910D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C9861D-28DF-A0EA-DF35-B5B61B9CE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FC3-58C6-4714-90FA-21A8E287B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6100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92B2B7-44E2-0D9F-4366-1FF0108AD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C0F565-6AE2-469F-CF05-75316F4C8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C95FC3-6846-1165-96D3-BDBDD3FD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E4BD-8AA6-4EEB-854D-C795D11261DC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FAB6AC-6303-5498-2295-7A57D0921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DEB305-DEB6-E149-9195-85275B9C7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FC3-58C6-4714-90FA-21A8E287B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5974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88E7FB-72FC-EB5B-DA8E-E595E412E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AD54C4-38A8-85AE-3617-78D22B781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F6638B-F121-2092-7BF4-1EFB3AB7E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E4BD-8AA6-4EEB-854D-C795D11261DC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0CD26E-3DFF-13D7-C615-1F3DFD150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C3BFCD-A4A8-0B1D-776A-8E192638B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FC3-58C6-4714-90FA-21A8E287B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157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0B9810-6F90-DEC3-501F-C998C3326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F5792F-8769-3A7E-872D-2E2371D20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21635B-2C40-858F-BCC8-4D2B072E2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3C443C-2C16-B391-D2A0-A5E3C7534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E4BD-8AA6-4EEB-854D-C795D11261DC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216FA6-C7FE-B94E-DF4E-C10A9478C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15C931-D9E5-0345-3D46-4AF1EEAB5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FC3-58C6-4714-90FA-21A8E287B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4507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3F68F3-15EE-8E65-75F6-352175908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FF91EA-09A3-3732-2EB8-357FA1543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ECB4F6C-6CB7-2A32-77C0-C4B7F5617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975759C-F189-2492-C419-9D92BF4C9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6B42882-DF26-4DA2-822A-A4FE5E84E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0553B58-4677-1D2B-2D7A-A09777317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E4BD-8AA6-4EEB-854D-C795D11261DC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3550819-3BF7-2ED1-E07F-61F0374A4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1DA1146-9863-4104-E60A-EAE912E4E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FC3-58C6-4714-90FA-21A8E287B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0730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E5B9A4-2FBD-4236-D3A9-E2EBF6FB3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08B746A-3B66-2559-779D-1A95D1839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E4BD-8AA6-4EEB-854D-C795D11261DC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0C7D20A-859F-D01A-EF5E-7F1D36F52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85AFEA0-64B8-1E43-CCD5-1BD90BDA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FC3-58C6-4714-90FA-21A8E287B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334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85CD33E-CA35-D2FF-353C-E8636BDDE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E4BD-8AA6-4EEB-854D-C795D11261DC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7E9ACB8-912D-C374-A3BE-B92592C87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5F331B-1ED8-C8CA-D828-6AC0B2F7D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FC3-58C6-4714-90FA-21A8E287B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523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687353-A61A-F307-460E-24C6B7009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A49AE7-A179-4833-4298-88912494B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83FEE7D-BB28-E025-47A0-6BC7559FF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33C603-7AE9-5223-7AD4-4BA5F1972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E4BD-8AA6-4EEB-854D-C795D11261DC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50237C-644D-CE34-CD50-2CFF0A4E8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68BD7B-49F2-8600-D028-1DCB47B1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FC3-58C6-4714-90FA-21A8E287B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875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1A345B-FD4A-FDFA-DD69-1C7063220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6C18838-D322-D75E-2506-5448E78CAC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49D1EF9-E163-C61D-3246-4076732AE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B3330C-03D1-1211-7498-0043CDED0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E4BD-8AA6-4EEB-854D-C795D11261DC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40E592-7AAA-5986-5255-F634DC3A3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CFA31A-0D9F-74D6-FC0B-FFB2E0AA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FC3-58C6-4714-90FA-21A8E287B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4205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0B1CC6-24DD-D937-D71A-5E91E439F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84A57F-B6A2-5C6E-6A3E-A3EF7FFF9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E3A6B0-8F04-EC4F-4BB2-0DE323789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E4BD-8AA6-4EEB-854D-C795D11261DC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761EFF-93DE-DD9C-4CB7-8CC0D4AC5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7CD4DB-E569-F47F-04CC-38D849A00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FC3-58C6-4714-90FA-21A8E287B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138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BC60F68-298A-FE77-BFB9-B10D75931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2A32E86-CE3D-2BA2-DF81-6B8870181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131D18-9C28-2F7F-9407-CC2DE7553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E4BD-8AA6-4EEB-854D-C795D11261DC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3A202C-A277-3A51-CA78-48A831BD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5F9D04-8354-EC5E-E9AE-2E1520184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FC3-58C6-4714-90FA-21A8E287B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5740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61A1955-A945-D684-0F21-29E0ED7F2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B9010B-1CE2-28C7-E9B4-D6696BFA1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499C95-CDFB-95E1-FE9F-9FEE4AD776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4FE4BD-8AA6-4EEB-854D-C795D11261DC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57E5DA-B09E-A0ED-953B-02C8B89AB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218047-5B15-AD6C-BD9D-C1C12CDF5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632FC3-58C6-4714-90FA-21A8E287B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2309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4914765-3867-05AC-1BA4-E7B42B7D0E55}"/>
              </a:ext>
            </a:extLst>
          </p:cNvPr>
          <p:cNvSpPr/>
          <p:nvPr/>
        </p:nvSpPr>
        <p:spPr>
          <a:xfrm>
            <a:off x="1534228" y="619828"/>
            <a:ext cx="7315200" cy="59712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E45449A-EDE9-B509-9216-77C96014C46A}"/>
              </a:ext>
            </a:extLst>
          </p:cNvPr>
          <p:cNvSpPr/>
          <p:nvPr/>
        </p:nvSpPr>
        <p:spPr>
          <a:xfrm>
            <a:off x="1675377" y="705745"/>
            <a:ext cx="7081997" cy="4664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マルタイ棒ラーメンの紹介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95EA336-ECD8-936D-FA55-0CDEC1066FF1}"/>
              </a:ext>
            </a:extLst>
          </p:cNvPr>
          <p:cNvSpPr/>
          <p:nvPr/>
        </p:nvSpPr>
        <p:spPr>
          <a:xfrm>
            <a:off x="1675377" y="1294889"/>
            <a:ext cx="7081997" cy="6321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6738775-FF2D-D9F8-43A2-FBF6E67E509E}"/>
              </a:ext>
            </a:extLst>
          </p:cNvPr>
          <p:cNvSpPr/>
          <p:nvPr/>
        </p:nvSpPr>
        <p:spPr>
          <a:xfrm>
            <a:off x="1749020" y="1362395"/>
            <a:ext cx="1215109" cy="4664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豚骨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958355A-8B9A-C87A-4E34-659CBC3F9032}"/>
              </a:ext>
            </a:extLst>
          </p:cNvPr>
          <p:cNvSpPr/>
          <p:nvPr/>
        </p:nvSpPr>
        <p:spPr>
          <a:xfrm>
            <a:off x="3068456" y="1362395"/>
            <a:ext cx="1215109" cy="4664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熊本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D7390DF-0103-4F79-5B21-DE093B39D053}"/>
              </a:ext>
            </a:extLst>
          </p:cNvPr>
          <p:cNvSpPr/>
          <p:nvPr/>
        </p:nvSpPr>
        <p:spPr>
          <a:xfrm>
            <a:off x="1749020" y="2037455"/>
            <a:ext cx="7008354" cy="36698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BC90BDC-8388-67A9-9CB2-DB0DBACAB77A}"/>
              </a:ext>
            </a:extLst>
          </p:cNvPr>
          <p:cNvSpPr/>
          <p:nvPr/>
        </p:nvSpPr>
        <p:spPr>
          <a:xfrm>
            <a:off x="4117868" y="2761611"/>
            <a:ext cx="2798433" cy="1258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Photo</a:t>
            </a:r>
            <a:r>
              <a:rPr kumimoji="1" lang="ja-JP" altLang="en-US" dirty="0">
                <a:solidFill>
                  <a:schemeClr val="tx1"/>
                </a:solidFill>
              </a:rPr>
              <a:t>（ラーメンの絵）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E5E3A5E-EA14-45F1-29CF-25C86BBBAAD8}"/>
              </a:ext>
            </a:extLst>
          </p:cNvPr>
          <p:cNvSpPr/>
          <p:nvPr/>
        </p:nvSpPr>
        <p:spPr>
          <a:xfrm>
            <a:off x="1841074" y="2123372"/>
            <a:ext cx="6818110" cy="5277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豚骨棒ラーメンの紹介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E2746D0-04EC-95A0-5F51-C8E1D4061451}"/>
              </a:ext>
            </a:extLst>
          </p:cNvPr>
          <p:cNvSpPr/>
          <p:nvPr/>
        </p:nvSpPr>
        <p:spPr>
          <a:xfrm>
            <a:off x="1933128" y="4093321"/>
            <a:ext cx="6658550" cy="14697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文章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104DC4C-8E02-3668-A577-A14ED2F03B38}"/>
              </a:ext>
            </a:extLst>
          </p:cNvPr>
          <p:cNvSpPr/>
          <p:nvPr/>
        </p:nvSpPr>
        <p:spPr>
          <a:xfrm>
            <a:off x="1749020" y="5799383"/>
            <a:ext cx="7008354" cy="6321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フッター</a:t>
            </a:r>
          </a:p>
        </p:txBody>
      </p:sp>
    </p:spTree>
    <p:extLst>
      <p:ext uri="{BB962C8B-B14F-4D97-AF65-F5344CB8AC3E}">
        <p14:creationId xmlns:p14="http://schemas.microsoft.com/office/powerpoint/2010/main" val="1118035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60C066F-EFB4-3EF2-E2D7-667A61FD5004}"/>
              </a:ext>
            </a:extLst>
          </p:cNvPr>
          <p:cNvSpPr/>
          <p:nvPr/>
        </p:nvSpPr>
        <p:spPr>
          <a:xfrm>
            <a:off x="487870" y="322175"/>
            <a:ext cx="7315200" cy="59712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84646E8-5AF8-38CA-6815-A0B46694BEBA}"/>
              </a:ext>
            </a:extLst>
          </p:cNvPr>
          <p:cNvSpPr/>
          <p:nvPr/>
        </p:nvSpPr>
        <p:spPr>
          <a:xfrm>
            <a:off x="629019" y="408092"/>
            <a:ext cx="7081997" cy="4664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マルタイ棒ラーメンの紹介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70AE35B-8845-EEF5-DC98-5C2313E3EFEB}"/>
              </a:ext>
            </a:extLst>
          </p:cNvPr>
          <p:cNvSpPr/>
          <p:nvPr/>
        </p:nvSpPr>
        <p:spPr>
          <a:xfrm>
            <a:off x="629019" y="997236"/>
            <a:ext cx="7081997" cy="6321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7CC7937-6AA5-B862-6F58-414C835AB5DA}"/>
              </a:ext>
            </a:extLst>
          </p:cNvPr>
          <p:cNvSpPr/>
          <p:nvPr/>
        </p:nvSpPr>
        <p:spPr>
          <a:xfrm>
            <a:off x="702662" y="1064742"/>
            <a:ext cx="1215109" cy="4664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豚骨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907D01C-BD6F-026E-764E-24E66CB027C9}"/>
              </a:ext>
            </a:extLst>
          </p:cNvPr>
          <p:cNvSpPr/>
          <p:nvPr/>
        </p:nvSpPr>
        <p:spPr>
          <a:xfrm>
            <a:off x="2022098" y="1064742"/>
            <a:ext cx="1215109" cy="4664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熊本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251312E-5FF2-6535-5C7F-20EC7E16C8F5}"/>
              </a:ext>
            </a:extLst>
          </p:cNvPr>
          <p:cNvSpPr/>
          <p:nvPr/>
        </p:nvSpPr>
        <p:spPr>
          <a:xfrm>
            <a:off x="702662" y="1739802"/>
            <a:ext cx="7008354" cy="36698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1FE489B-E28C-3C09-F747-6292C65FBDAE}"/>
              </a:ext>
            </a:extLst>
          </p:cNvPr>
          <p:cNvSpPr/>
          <p:nvPr/>
        </p:nvSpPr>
        <p:spPr>
          <a:xfrm>
            <a:off x="3071510" y="2463958"/>
            <a:ext cx="2798433" cy="1258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Photo</a:t>
            </a:r>
            <a:r>
              <a:rPr kumimoji="1" lang="ja-JP" altLang="en-US" dirty="0">
                <a:solidFill>
                  <a:schemeClr val="tx1"/>
                </a:solidFill>
              </a:rPr>
              <a:t>（ラーメンの絵）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DBD259A-9AB5-E69E-AA42-FF5C9D17C0C9}"/>
              </a:ext>
            </a:extLst>
          </p:cNvPr>
          <p:cNvSpPr/>
          <p:nvPr/>
        </p:nvSpPr>
        <p:spPr>
          <a:xfrm>
            <a:off x="794716" y="1825719"/>
            <a:ext cx="6818110" cy="5277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熊本</a:t>
            </a:r>
            <a:r>
              <a:rPr kumimoji="1" lang="ja-JP" altLang="en-US" dirty="0">
                <a:solidFill>
                  <a:schemeClr val="tx1"/>
                </a:solidFill>
              </a:rPr>
              <a:t>棒ラーメンの紹介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06F1B82-4CF0-3A4C-85CD-11957067C664}"/>
              </a:ext>
            </a:extLst>
          </p:cNvPr>
          <p:cNvSpPr/>
          <p:nvPr/>
        </p:nvSpPr>
        <p:spPr>
          <a:xfrm>
            <a:off x="886770" y="3795668"/>
            <a:ext cx="6658550" cy="14697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文章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E1F4BF4-9EE4-8A7F-3155-080F8F67C10B}"/>
              </a:ext>
            </a:extLst>
          </p:cNvPr>
          <p:cNvSpPr/>
          <p:nvPr/>
        </p:nvSpPr>
        <p:spPr>
          <a:xfrm>
            <a:off x="702662" y="5501730"/>
            <a:ext cx="7008354" cy="6321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フッター</a:t>
            </a:r>
          </a:p>
        </p:txBody>
      </p:sp>
    </p:spTree>
    <p:extLst>
      <p:ext uri="{BB962C8B-B14F-4D97-AF65-F5344CB8AC3E}">
        <p14:creationId xmlns:p14="http://schemas.microsoft.com/office/powerpoint/2010/main" val="2707539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 kumimoji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43</Words>
  <Application>Microsoft Office PowerPoint</Application>
  <PresentationFormat>ワイド画面</PresentationFormat>
  <Paragraphs>14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植田 吉祥</dc:creator>
  <cp:lastModifiedBy>植田 吉祥</cp:lastModifiedBy>
  <cp:revision>1</cp:revision>
  <dcterms:created xsi:type="dcterms:W3CDTF">2026-07-17T02:43:50Z</dcterms:created>
  <dcterms:modified xsi:type="dcterms:W3CDTF">2026-07-17T02:59:46Z</dcterms:modified>
</cp:coreProperties>
</file>